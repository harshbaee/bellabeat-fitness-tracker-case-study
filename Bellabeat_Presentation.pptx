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5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F28086">
              <a:alpha val="18000"/>
            </a:srgbClr>
          </a:solidFill>
          <a:ln w="12700">
            <a:solidFill>
              <a:srgbClr val="F2808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572000"/>
            <a:ext cx="2743200" cy="2743200"/>
          </a:xfrm>
          <a:prstGeom prst="ellipse">
            <a:avLst/>
          </a:prstGeom>
          <a:solidFill>
            <a:srgbClr val="A791C5">
              <a:alpha val="22000"/>
            </a:srgbClr>
          </a:solidFill>
          <a:ln w="12700">
            <a:solidFill>
              <a:srgbClr val="A791C5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BELLABEAT · CASE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Wellness Tech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Play It Smart?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Fitbit Fitness Tracker Data · 35 Users · March – May 2016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74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Tracked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5029200"/>
            <a:ext cx="73152" cy="1188720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5074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9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5029200"/>
            <a:ext cx="73152" cy="1188720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5074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E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1,373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224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5029200"/>
            <a:ext cx="73152" cy="118872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5074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1832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 in 3 Acts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tells us something about how people live — and where Bellabeat can help.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5029200"/>
          </a:xfrm>
          <a:prstGeom prst="rect">
            <a:avLst/>
          </a:prstGeom>
          <a:solidFill>
            <a:srgbClr val="FF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657600" cy="6400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&amp;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7432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21% of users hit 10,000 steps/day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is the most active 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sedentary 81% of the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active time = just 1.6%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3657600" cy="5029200"/>
          </a:xfrm>
          <a:prstGeom prst="rect">
            <a:avLst/>
          </a:prstGeom>
          <a:solidFill>
            <a:srgbClr val="F5F0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63040"/>
            <a:ext cx="3657600" cy="64008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9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07408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&amp; Calories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7408" y="27432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sleep: 6.6 hours (below 7–9 rec.)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restful night: Sunday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consistent ~2,295/day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link: active mins → more calories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657600" cy="5029200"/>
          </a:xfrm>
          <a:prstGeom prst="rect">
            <a:avLst/>
          </a:prstGeom>
          <a:solidFill>
            <a:srgbClr val="FFF5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463040"/>
            <a:ext cx="3657600" cy="64008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E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47888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 Over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7888" y="27432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peaked in Week 17 at 1.78M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dropped sharply in Week 19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weekly patterns in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reveals highly variable users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91840" cy="674827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20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2011680"/>
            <a:ext cx="54864" cy="73152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29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reach 10K steps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063240"/>
            <a:ext cx="54864" cy="73152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7,377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114800"/>
            <a:ext cx="54864" cy="7315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4517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sedentary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5166360"/>
            <a:ext cx="54864" cy="73152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5184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5568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tracked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6217920"/>
            <a:ext cx="2834640" cy="502920"/>
          </a:xfrm>
          <a:prstGeom prst="rect">
            <a:avLst/>
          </a:prstGeom>
          <a:solidFill>
            <a:srgbClr val="F2808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236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Tuesday is the most active day of the week</a:t>
            </a:r>
            <a:endParaRPr lang="en-US" sz="900" dirty="0"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12430"/>
            <a:ext cx="8503920" cy="4440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Activity Data Tells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behaviour dominates — but there are clear opportunities for Bellabeat to intervene.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219456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2763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Step Gap is Real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user walks 7,377 steps/day — 26% below the 10,000-step CDC recommendation. Only 7 of 33 users consistently hit the target.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57784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63040"/>
            <a:ext cx="64008" cy="219456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2763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🛋️  Sedentary = 81%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81% of their tracked time sedentary. Very active time is just 1.6% — highlighting a major wellness opportunity.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557784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931920"/>
            <a:ext cx="64008" cy="219456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9651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Tuesday Peak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59028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are highest on Tuesdays (1.55M total) and lowest on Sundays. Weekend engagement drops sharply — a key nudge moment.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57784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931920"/>
            <a:ext cx="64008" cy="2194560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09651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Big User Variation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59028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steps range from 16.8K (top user) to 0.8K (lowest). Personalised coaching could help the bottom 50% improve significantly.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91840" cy="674827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20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Calories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2011680"/>
            <a:ext cx="54864" cy="731520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29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per night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063240"/>
            <a:ext cx="54864" cy="731520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calories burned/day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114800"/>
            <a:ext cx="54864" cy="731520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4517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sleep 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5166360"/>
            <a:ext cx="54864" cy="731520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5184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5568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vs activity link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6217920"/>
            <a:ext cx="2834640" cy="502920"/>
          </a:xfrm>
          <a:prstGeom prst="rect">
            <a:avLst/>
          </a:prstGeom>
          <a:solidFill>
            <a:srgbClr val="A791C5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236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More active minutes = significantly more calories burned</a:t>
            </a:r>
            <a:endParaRPr lang="en-US" sz="900" dirty="0"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623188"/>
            <a:ext cx="8503920" cy="5619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3291840" cy="6748272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20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2011680"/>
            <a:ext cx="54864" cy="731520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29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 17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activity week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063240"/>
            <a:ext cx="54864" cy="731520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1.78M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peak 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114800"/>
            <a:ext cx="54864" cy="731520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Wk19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4517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drop-off point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5166360"/>
            <a:ext cx="54864" cy="731520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5184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5568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heatmap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6217920"/>
            <a:ext cx="2834640" cy="502920"/>
          </a:xfrm>
          <a:prstGeom prst="rect">
            <a:avLst/>
          </a:prstGeom>
          <a:solidFill>
            <a:srgbClr val="FE8F7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6236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heatmap shows huge variance between users — personalisation is key</a:t>
            </a:r>
            <a:endParaRPr lang="en-US" sz="900" dirty="0"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598135"/>
            <a:ext cx="85039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for Bellabeat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data-driven actions to grow user engagement and market position.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5120640"/>
          </a:xfrm>
          <a:prstGeom prst="rect">
            <a:avLst/>
          </a:prstGeom>
          <a:solidFill>
            <a:srgbClr val="FFF0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657600" cy="6400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Challenge Nudges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99923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on low-activity days (Sun/Thu) with personalised step goals based on each user's baseline.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5537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sedentary time + big user variance = huge room for small-win motivation. Even a 10% increase moves users closer to the 10K target.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3657600" cy="5120640"/>
          </a:xfrm>
          <a:prstGeom prst="rect">
            <a:avLst/>
          </a:prstGeom>
          <a:solidFill>
            <a:srgbClr val="F5F0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417320"/>
            <a:ext cx="3657600" cy="64008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9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8912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Improvement Programme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7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299923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sleep coaching with bedtime reminders, especially Sunday nights when restless minutes peak.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7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45537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of 6.6h is below the 7–9h recommendation. Sunday is the hardest night to fall asleep — a targeted nudge could meaningfully improve recovery.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657600" cy="5120640"/>
          </a:xfrm>
          <a:prstGeom prst="rect">
            <a:avLst/>
          </a:prstGeom>
          <a:solidFill>
            <a:srgbClr val="FFF5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1417320"/>
            <a:ext cx="3657600" cy="64008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E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2960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&amp; Activity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299923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users a live correlation score between their active minutes and calories burned — making the payoff visible.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553712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proves a strong positive link. Making this visible in-app creates a feedback loop that drives more activity and retention.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F28086">
              <a:alpha val="15000"/>
            </a:srgbClr>
          </a:solidFill>
          <a:ln w="12700">
            <a:solidFill>
              <a:srgbClr val="F2808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A791C5">
              <a:alpha val="20000"/>
            </a:srgbClr>
          </a:solidFill>
          <a:ln w="12700">
            <a:solidFill>
              <a:srgbClr val="A791C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457200"/>
            <a:ext cx="1828800" cy="1828800"/>
          </a:xfrm>
          <a:prstGeom prst="ellipse">
            <a:avLst/>
          </a:prstGeom>
          <a:solidFill>
            <a:srgbClr val="FE8F77">
              <a:alpha val="18000"/>
            </a:srgbClr>
          </a:solidFill>
          <a:ln w="12700">
            <a:solidFill>
              <a:srgbClr val="FE8F77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28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YES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Bellabeat Can Play It Smart.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exactly where users struggle — and where Bellabeat can step in with</a:t>
            </a:r>
            <a:endParaRPr lang="en-US" sz="13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personalised features that turn passive trackers into active health partners.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3200400" cy="1463040"/>
          </a:xfrm>
          <a:prstGeom prst="rect">
            <a:avLst/>
          </a:prstGeom>
          <a:solidFill>
            <a:srgbClr val="2525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749040"/>
            <a:ext cx="3200400" cy="64008"/>
          </a:xfrm>
          <a:prstGeom prst="rect">
            <a:avLst/>
          </a:prstGeom>
          <a:solidFill>
            <a:srgbClr val="F28086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13632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79%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don't hit 10K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3749040"/>
            <a:ext cx="3200400" cy="1463040"/>
          </a:xfrm>
          <a:prstGeom prst="rect">
            <a:avLst/>
          </a:prstGeom>
          <a:solidFill>
            <a:srgbClr val="2525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3749040"/>
            <a:ext cx="3200400" cy="64008"/>
          </a:xfrm>
          <a:prstGeom prst="rect">
            <a:avLst/>
          </a:prstGeom>
          <a:solidFill>
            <a:srgbClr val="A79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3913632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sleep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especially Sundays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749040"/>
            <a:ext cx="3200400" cy="1463040"/>
          </a:xfrm>
          <a:prstGeom prst="rect">
            <a:avLst/>
          </a:prstGeom>
          <a:solidFill>
            <a:srgbClr val="2525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3749040"/>
            <a:ext cx="3200400" cy="64008"/>
          </a:xfrm>
          <a:prstGeom prst="rect">
            <a:avLst/>
          </a:prstGeom>
          <a:solidFill>
            <a:srgbClr val="FE8F77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3913632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calorie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connection visually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Fitbit Fitness Tracker Data via Kaggle (Möbius) · 33 Users · March–May 2016 · Visualised in Tableau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661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Data Analysis</dc:title>
  <dc:subject>PptxGenJS Presentation</dc:subject>
  <dc:creator>Bellabeat Case Study</dc:creator>
  <cp:lastModifiedBy>Harsh Prajapati</cp:lastModifiedBy>
  <cp:revision>5</cp:revision>
  <dcterms:created xsi:type="dcterms:W3CDTF">2026-03-09T11:38:30Z</dcterms:created>
  <dcterms:modified xsi:type="dcterms:W3CDTF">2026-03-09T13:38:10Z</dcterms:modified>
</cp:coreProperties>
</file>